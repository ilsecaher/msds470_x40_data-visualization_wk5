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3" r:id="rId4"/>
    <p:sldId id="264" r:id="rId5"/>
    <p:sldId id="265" r:id="rId6"/>
    <p:sldId id="266" r:id="rId7"/>
    <p:sldId id="267" r:id="rId8"/>
    <p:sldId id="26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85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han Severance" userId="1a18d78a14edeefb" providerId="LiveId" clId="{72869ECB-5009-46E4-B19E-B11F8D37C651}"/>
    <pc:docChg chg="undo custSel addSld delSld modSld">
      <pc:chgData name="Nathan Severance" userId="1a18d78a14edeefb" providerId="LiveId" clId="{72869ECB-5009-46E4-B19E-B11F8D37C651}" dt="2026-02-14T22:39:00.416" v="433" actId="14100"/>
      <pc:docMkLst>
        <pc:docMk/>
      </pc:docMkLst>
      <pc:sldChg chg="modSp mod">
        <pc:chgData name="Nathan Severance" userId="1a18d78a14edeefb" providerId="LiveId" clId="{72869ECB-5009-46E4-B19E-B11F8D37C651}" dt="2026-02-14T22:17:56.809" v="1" actId="20577"/>
        <pc:sldMkLst>
          <pc:docMk/>
          <pc:sldMk cId="659868273" sldId="256"/>
        </pc:sldMkLst>
        <pc:spChg chg="mod">
          <ac:chgData name="Nathan Severance" userId="1a18d78a14edeefb" providerId="LiveId" clId="{72869ECB-5009-46E4-B19E-B11F8D37C651}" dt="2026-02-14T22:17:56.809" v="1" actId="20577"/>
          <ac:spMkLst>
            <pc:docMk/>
            <pc:sldMk cId="659868273" sldId="256"/>
            <ac:spMk id="3" creationId="{8DCBC2B6-3355-C804-7288-D09406F35CBB}"/>
          </ac:spMkLst>
        </pc:spChg>
      </pc:sldChg>
      <pc:sldChg chg="del">
        <pc:chgData name="Nathan Severance" userId="1a18d78a14edeefb" providerId="LiveId" clId="{72869ECB-5009-46E4-B19E-B11F8D37C651}" dt="2026-02-14T22:18:06.965" v="11" actId="47"/>
        <pc:sldMkLst>
          <pc:docMk/>
          <pc:sldMk cId="3061127224" sldId="257"/>
        </pc:sldMkLst>
      </pc:sldChg>
      <pc:sldChg chg="del">
        <pc:chgData name="Nathan Severance" userId="1a18d78a14edeefb" providerId="LiveId" clId="{72869ECB-5009-46E4-B19E-B11F8D37C651}" dt="2026-02-14T22:18:09.697" v="13" actId="47"/>
        <pc:sldMkLst>
          <pc:docMk/>
          <pc:sldMk cId="81832231" sldId="259"/>
        </pc:sldMkLst>
      </pc:sldChg>
      <pc:sldChg chg="del">
        <pc:chgData name="Nathan Severance" userId="1a18d78a14edeefb" providerId="LiveId" clId="{72869ECB-5009-46E4-B19E-B11F8D37C651}" dt="2026-02-14T22:18:08.677" v="12" actId="47"/>
        <pc:sldMkLst>
          <pc:docMk/>
          <pc:sldMk cId="314594156" sldId="260"/>
        </pc:sldMkLst>
      </pc:sldChg>
      <pc:sldChg chg="modSp mod">
        <pc:chgData name="Nathan Severance" userId="1a18d78a14edeefb" providerId="LiveId" clId="{72869ECB-5009-46E4-B19E-B11F8D37C651}" dt="2026-02-14T22:18:14.213" v="14" actId="20577"/>
        <pc:sldMkLst>
          <pc:docMk/>
          <pc:sldMk cId="1760014349" sldId="261"/>
        </pc:sldMkLst>
        <pc:spChg chg="mod">
          <ac:chgData name="Nathan Severance" userId="1a18d78a14edeefb" providerId="LiveId" clId="{72869ECB-5009-46E4-B19E-B11F8D37C651}" dt="2026-02-14T22:18:14.213" v="14" actId="20577"/>
          <ac:spMkLst>
            <pc:docMk/>
            <pc:sldMk cId="1760014349" sldId="261"/>
            <ac:spMk id="3" creationId="{C47C8D3E-8E53-0A00-E368-9482D92859D7}"/>
          </ac:spMkLst>
        </pc:spChg>
      </pc:sldChg>
      <pc:sldChg chg="modSp new mod">
        <pc:chgData name="Nathan Severance" userId="1a18d78a14edeefb" providerId="LiveId" clId="{72869ECB-5009-46E4-B19E-B11F8D37C651}" dt="2026-02-14T22:18:04.910" v="10" actId="20577"/>
        <pc:sldMkLst>
          <pc:docMk/>
          <pc:sldMk cId="1701116318" sldId="262"/>
        </pc:sldMkLst>
        <pc:spChg chg="mod">
          <ac:chgData name="Nathan Severance" userId="1a18d78a14edeefb" providerId="LiveId" clId="{72869ECB-5009-46E4-B19E-B11F8D37C651}" dt="2026-02-14T22:18:04.910" v="10" actId="20577"/>
          <ac:spMkLst>
            <pc:docMk/>
            <pc:sldMk cId="1701116318" sldId="262"/>
            <ac:spMk id="2" creationId="{273F97A5-6CA1-2345-8988-8650BAF103F7}"/>
          </ac:spMkLst>
        </pc:spChg>
      </pc:sldChg>
      <pc:sldChg chg="addSp delSp modSp new mod">
        <pc:chgData name="Nathan Severance" userId="1a18d78a14edeefb" providerId="LiveId" clId="{72869ECB-5009-46E4-B19E-B11F8D37C651}" dt="2026-02-14T22:35:52.807" v="268" actId="1076"/>
        <pc:sldMkLst>
          <pc:docMk/>
          <pc:sldMk cId="3389465078" sldId="263"/>
        </pc:sldMkLst>
        <pc:spChg chg="mod">
          <ac:chgData name="Nathan Severance" userId="1a18d78a14edeefb" providerId="LiveId" clId="{72869ECB-5009-46E4-B19E-B11F8D37C651}" dt="2026-02-14T22:21:59.296" v="194" actId="20577"/>
          <ac:spMkLst>
            <pc:docMk/>
            <pc:sldMk cId="3389465078" sldId="263"/>
            <ac:spMk id="2" creationId="{FBE99AF5-117A-A0CB-E752-4A4F1C625089}"/>
          </ac:spMkLst>
        </pc:spChg>
        <pc:spChg chg="mod">
          <ac:chgData name="Nathan Severance" userId="1a18d78a14edeefb" providerId="LiveId" clId="{72869ECB-5009-46E4-B19E-B11F8D37C651}" dt="2026-02-14T22:21:03.137" v="88" actId="14100"/>
          <ac:spMkLst>
            <pc:docMk/>
            <pc:sldMk cId="3389465078" sldId="263"/>
            <ac:spMk id="3" creationId="{CD8A4C73-E3FD-0E2D-FBA4-CF19607F780C}"/>
          </ac:spMkLst>
        </pc:spChg>
        <pc:picChg chg="add del mod">
          <ac:chgData name="Nathan Severance" userId="1a18d78a14edeefb" providerId="LiveId" clId="{72869ECB-5009-46E4-B19E-B11F8D37C651}" dt="2026-02-14T22:35:48.094" v="265" actId="478"/>
          <ac:picMkLst>
            <pc:docMk/>
            <pc:sldMk cId="3389465078" sldId="263"/>
            <ac:picMk id="5" creationId="{68302229-E0C8-823B-2102-8FB02A86F8C9}"/>
          </ac:picMkLst>
        </pc:picChg>
        <pc:picChg chg="add mod">
          <ac:chgData name="Nathan Severance" userId="1a18d78a14edeefb" providerId="LiveId" clId="{72869ECB-5009-46E4-B19E-B11F8D37C651}" dt="2026-02-14T22:35:52.807" v="268" actId="1076"/>
          <ac:picMkLst>
            <pc:docMk/>
            <pc:sldMk cId="3389465078" sldId="263"/>
            <ac:picMk id="7" creationId="{315F1542-D7A6-6E42-BF29-CE9543630CD1}"/>
          </ac:picMkLst>
        </pc:picChg>
      </pc:sldChg>
      <pc:sldChg chg="addSp delSp modSp new mod">
        <pc:chgData name="Nathan Severance" userId="1a18d78a14edeefb" providerId="LiveId" clId="{72869ECB-5009-46E4-B19E-B11F8D37C651}" dt="2026-02-14T22:36:07.401" v="274" actId="20577"/>
        <pc:sldMkLst>
          <pc:docMk/>
          <pc:sldMk cId="1940125729" sldId="264"/>
        </pc:sldMkLst>
        <pc:spChg chg="mod">
          <ac:chgData name="Nathan Severance" userId="1a18d78a14edeefb" providerId="LiveId" clId="{72869ECB-5009-46E4-B19E-B11F8D37C651}" dt="2026-02-14T22:36:07.401" v="274" actId="20577"/>
          <ac:spMkLst>
            <pc:docMk/>
            <pc:sldMk cId="1940125729" sldId="264"/>
            <ac:spMk id="2" creationId="{F5306D2E-51CD-0B6C-2666-041463C9606F}"/>
          </ac:spMkLst>
        </pc:spChg>
        <pc:spChg chg="mod">
          <ac:chgData name="Nathan Severance" userId="1a18d78a14edeefb" providerId="LiveId" clId="{72869ECB-5009-46E4-B19E-B11F8D37C651}" dt="2026-02-14T22:22:12.440" v="195" actId="14100"/>
          <ac:spMkLst>
            <pc:docMk/>
            <pc:sldMk cId="1940125729" sldId="264"/>
            <ac:spMk id="3" creationId="{9CAA2CB7-DB66-7EA2-FB2C-904784C740DB}"/>
          </ac:spMkLst>
        </pc:spChg>
        <pc:picChg chg="add del mod">
          <ac:chgData name="Nathan Severance" userId="1a18d78a14edeefb" providerId="LiveId" clId="{72869ECB-5009-46E4-B19E-B11F8D37C651}" dt="2026-02-14T22:35:55.502" v="269" actId="478"/>
          <ac:picMkLst>
            <pc:docMk/>
            <pc:sldMk cId="1940125729" sldId="264"/>
            <ac:picMk id="5" creationId="{F63295C7-06E0-8CCC-9143-50121418F357}"/>
          </ac:picMkLst>
        </pc:picChg>
        <pc:picChg chg="add mod">
          <ac:chgData name="Nathan Severance" userId="1a18d78a14edeefb" providerId="LiveId" clId="{72869ECB-5009-46E4-B19E-B11F8D37C651}" dt="2026-02-14T22:36:03.558" v="271" actId="1076"/>
          <ac:picMkLst>
            <pc:docMk/>
            <pc:sldMk cId="1940125729" sldId="264"/>
            <ac:picMk id="7" creationId="{29F4F8EE-14F6-C68B-57EE-BEC0438D6081}"/>
          </ac:picMkLst>
        </pc:picChg>
      </pc:sldChg>
      <pc:sldChg chg="addSp delSp modSp new mod">
        <pc:chgData name="Nathan Severance" userId="1a18d78a14edeefb" providerId="LiveId" clId="{72869ECB-5009-46E4-B19E-B11F8D37C651}" dt="2026-02-14T22:36:29.516" v="282" actId="14100"/>
        <pc:sldMkLst>
          <pc:docMk/>
          <pc:sldMk cId="2301477384" sldId="265"/>
        </pc:sldMkLst>
        <pc:spChg chg="mod">
          <ac:chgData name="Nathan Severance" userId="1a18d78a14edeefb" providerId="LiveId" clId="{72869ECB-5009-46E4-B19E-B11F8D37C651}" dt="2026-02-14T22:36:13.063" v="275" actId="20577"/>
          <ac:spMkLst>
            <pc:docMk/>
            <pc:sldMk cId="2301477384" sldId="265"/>
            <ac:spMk id="2" creationId="{4E911975-54EB-59E2-5BD0-DDAA9CC60305}"/>
          </ac:spMkLst>
        </pc:spChg>
        <pc:spChg chg="add del mod">
          <ac:chgData name="Nathan Severance" userId="1a18d78a14edeefb" providerId="LiveId" clId="{72869ECB-5009-46E4-B19E-B11F8D37C651}" dt="2026-02-14T22:23:18.532" v="257" actId="22"/>
          <ac:spMkLst>
            <pc:docMk/>
            <pc:sldMk cId="2301477384" sldId="265"/>
            <ac:spMk id="3" creationId="{47E4CCA0-9FFE-FA6D-8CF4-1EF29B192CBE}"/>
          </ac:spMkLst>
        </pc:spChg>
        <pc:picChg chg="add del mod ord">
          <ac:chgData name="Nathan Severance" userId="1a18d78a14edeefb" providerId="LiveId" clId="{72869ECB-5009-46E4-B19E-B11F8D37C651}" dt="2026-02-14T22:23:18.532" v="257" actId="22"/>
          <ac:picMkLst>
            <pc:docMk/>
            <pc:sldMk cId="2301477384" sldId="265"/>
            <ac:picMk id="5" creationId="{2D8A8FC4-DD02-739F-B99C-50154C821033}"/>
          </ac:picMkLst>
        </pc:picChg>
        <pc:picChg chg="add del mod">
          <ac:chgData name="Nathan Severance" userId="1a18d78a14edeefb" providerId="LiveId" clId="{72869ECB-5009-46E4-B19E-B11F8D37C651}" dt="2026-02-14T22:36:15.204" v="276" actId="478"/>
          <ac:picMkLst>
            <pc:docMk/>
            <pc:sldMk cId="2301477384" sldId="265"/>
            <ac:picMk id="7" creationId="{4A5AEAB7-7371-BFF2-1E05-F1B3757739AF}"/>
          </ac:picMkLst>
        </pc:picChg>
        <pc:picChg chg="add mod">
          <ac:chgData name="Nathan Severance" userId="1a18d78a14edeefb" providerId="LiveId" clId="{72869ECB-5009-46E4-B19E-B11F8D37C651}" dt="2026-02-14T22:36:29.516" v="282" actId="14100"/>
          <ac:picMkLst>
            <pc:docMk/>
            <pc:sldMk cId="2301477384" sldId="265"/>
            <ac:picMk id="9" creationId="{37C72F77-AE52-817B-943E-C702136B975A}"/>
          </ac:picMkLst>
        </pc:picChg>
      </pc:sldChg>
      <pc:sldChg chg="addSp delSp modSp new mod">
        <pc:chgData name="Nathan Severance" userId="1a18d78a14edeefb" providerId="LiveId" clId="{72869ECB-5009-46E4-B19E-B11F8D37C651}" dt="2026-02-14T22:38:14.491" v="368" actId="1076"/>
        <pc:sldMkLst>
          <pc:docMk/>
          <pc:sldMk cId="2673003676" sldId="266"/>
        </pc:sldMkLst>
        <pc:spChg chg="mod">
          <ac:chgData name="Nathan Severance" userId="1a18d78a14edeefb" providerId="LiveId" clId="{72869ECB-5009-46E4-B19E-B11F8D37C651}" dt="2026-02-14T22:38:14.491" v="368" actId="1076"/>
          <ac:spMkLst>
            <pc:docMk/>
            <pc:sldMk cId="2673003676" sldId="266"/>
            <ac:spMk id="2" creationId="{B033EE1D-E425-3A7D-3A2C-91397C576EEC}"/>
          </ac:spMkLst>
        </pc:spChg>
        <pc:spChg chg="mod">
          <ac:chgData name="Nathan Severance" userId="1a18d78a14edeefb" providerId="LiveId" clId="{72869ECB-5009-46E4-B19E-B11F8D37C651}" dt="2026-02-14T22:23:37.339" v="262" actId="14100"/>
          <ac:spMkLst>
            <pc:docMk/>
            <pc:sldMk cId="2673003676" sldId="266"/>
            <ac:spMk id="3" creationId="{CBE64EBF-8B38-6EFA-2749-2FD6F41CD808}"/>
          </ac:spMkLst>
        </pc:spChg>
        <pc:picChg chg="add del mod">
          <ac:chgData name="Nathan Severance" userId="1a18d78a14edeefb" providerId="LiveId" clId="{72869ECB-5009-46E4-B19E-B11F8D37C651}" dt="2026-02-14T22:36:37.071" v="283" actId="478"/>
          <ac:picMkLst>
            <pc:docMk/>
            <pc:sldMk cId="2673003676" sldId="266"/>
            <ac:picMk id="5" creationId="{E3450CA8-DF4D-1566-FFDF-CB41BE8281E6}"/>
          </ac:picMkLst>
        </pc:picChg>
        <pc:picChg chg="add mod">
          <ac:chgData name="Nathan Severance" userId="1a18d78a14edeefb" providerId="LiveId" clId="{72869ECB-5009-46E4-B19E-B11F8D37C651}" dt="2026-02-14T22:36:51.311" v="290" actId="1076"/>
          <ac:picMkLst>
            <pc:docMk/>
            <pc:sldMk cId="2673003676" sldId="266"/>
            <ac:picMk id="7" creationId="{1324565C-1BB5-27F8-B8D1-6090677D13D4}"/>
          </ac:picMkLst>
        </pc:picChg>
      </pc:sldChg>
      <pc:sldChg chg="addSp modSp new mod">
        <pc:chgData name="Nathan Severance" userId="1a18d78a14edeefb" providerId="LiveId" clId="{72869ECB-5009-46E4-B19E-B11F8D37C651}" dt="2026-02-14T22:39:00.416" v="433" actId="14100"/>
        <pc:sldMkLst>
          <pc:docMk/>
          <pc:sldMk cId="2383115997" sldId="267"/>
        </pc:sldMkLst>
        <pc:spChg chg="mod">
          <ac:chgData name="Nathan Severance" userId="1a18d78a14edeefb" providerId="LiveId" clId="{72869ECB-5009-46E4-B19E-B11F8D37C651}" dt="2026-02-14T22:38:52.313" v="430" actId="1076"/>
          <ac:spMkLst>
            <pc:docMk/>
            <pc:sldMk cId="2383115997" sldId="267"/>
            <ac:spMk id="2" creationId="{89AFC7F0-F9E8-FF4F-531C-5E86C4139DCC}"/>
          </ac:spMkLst>
        </pc:spChg>
        <pc:spChg chg="mod">
          <ac:chgData name="Nathan Severance" userId="1a18d78a14edeefb" providerId="LiveId" clId="{72869ECB-5009-46E4-B19E-B11F8D37C651}" dt="2026-02-14T22:39:00.416" v="433" actId="14100"/>
          <ac:spMkLst>
            <pc:docMk/>
            <pc:sldMk cId="2383115997" sldId="267"/>
            <ac:spMk id="3" creationId="{8E90069A-76D7-22D9-5E2B-1F064096DFC6}"/>
          </ac:spMkLst>
        </pc:spChg>
        <pc:picChg chg="add mod">
          <ac:chgData name="Nathan Severance" userId="1a18d78a14edeefb" providerId="LiveId" clId="{72869ECB-5009-46E4-B19E-B11F8D37C651}" dt="2026-02-14T22:38:54.193" v="431" actId="1076"/>
          <ac:picMkLst>
            <pc:docMk/>
            <pc:sldMk cId="2383115997" sldId="267"/>
            <ac:picMk id="5" creationId="{A21B82CE-D8B1-F473-0154-228EF07D6CBC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778E4-94C6-0208-6DB4-D43950CDA5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C79424-9A69-0317-6C03-0FA9E4BB67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70A002-A06A-EC4C-9625-008839DCE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90B68-90BC-41A7-8C66-2C86ECFC29D1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A58F9-FB34-F7B3-2212-0501D8FF1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318E1C-1A29-3BD9-28C9-B397DF8FC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E94FC-C976-47DB-AF10-00130952DF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176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4E841-0F04-2DF1-CC64-08BB539AA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69FD73-7CAA-15D7-8833-C81FA1295F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10031-9BF4-F524-95F7-6BD5CCE3C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90B68-90BC-41A7-8C66-2C86ECFC29D1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6D2F7C-61AD-44F4-07D7-E37894662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3D2930-5645-664F-7CFB-1A551C309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E94FC-C976-47DB-AF10-00130952DF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8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9F497-E1F7-3675-1AC5-510D390F8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E9F47B-704F-AD3B-2B66-1FD0D65834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633648-8B18-23B7-9621-C1D1B3A8D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90B68-90BC-41A7-8C66-2C86ECFC29D1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9A776-B2D2-57C9-1093-7870C33A9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9FF7E7-DB65-4B06-AF6A-755F0CC46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E94FC-C976-47DB-AF10-00130952DF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791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1A9CA-50DB-614A-1A2E-DD3B09ED0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92DB55-5D94-31CD-E1BA-C686D61BFD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32C8B9-DA5E-96D7-87BB-CA21CD4E99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908E3B-F9FE-9E89-8304-DE8042E48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90B68-90BC-41A7-8C66-2C86ECFC29D1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3F5BA8-9A5A-9326-5758-C18CBEAE6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6998E4-1DA6-8A52-4E02-C92F30662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E94FC-C976-47DB-AF10-00130952DF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090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3ACCC-D0F3-ABF7-AFC2-494F1D199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A3EA47-4E34-B4AE-DFF3-615E557228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F7BF68-2EBD-23B1-FCDF-72E6598F36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A437AF-6236-F0FA-179F-87A26F8655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8826C4-FB72-2B6C-65FA-F521C014C3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BF7EA5-83FD-668A-B927-296D69D37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90B68-90BC-41A7-8C66-2C86ECFC29D1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62DEE1-5CB9-4D5F-534A-6657FA8723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ECE262-F0B8-32C9-DF5C-3250752A1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E94FC-C976-47DB-AF10-00130952DF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16043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F0A52-0811-E240-2ED0-D1BB9E05C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7E351D-BB06-394B-AC00-90BA643DD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90B68-90BC-41A7-8C66-2C86ECFC29D1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C2224B-9A9F-1F61-A4D0-BF4291421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B3A3F4-F2B9-E1CE-1875-59AF33149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E94FC-C976-47DB-AF10-00130952DF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097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10C23D-A8F3-05EF-8EE2-CE43483DA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90B68-90BC-41A7-8C66-2C86ECFC29D1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8ACA4C-672F-EB8F-E6D0-857DF045F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FE54AE-96B9-9508-3219-56C406688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E94FC-C976-47DB-AF10-00130952DF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821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8D49C-136E-7C91-FDA0-48ED28D6B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920143-4027-E5D5-847E-59DE57C20D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59F61E-229A-5E7D-5B4E-A1C8B529D7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58892C-000C-CC29-0088-1C8026F65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90B68-90BC-41A7-8C66-2C86ECFC29D1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0DAB9C-491C-4104-0399-D101D7C48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6798EB-0326-3B04-7B20-6F06E0E8E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E94FC-C976-47DB-AF10-00130952DF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335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B3D29-721C-7C9D-2F3A-13087A112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F283DF-AD57-034E-EA4B-572D9AC17F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B1E938-7B08-F03B-9F32-72A7AD54F8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88A649-FAD0-A0AB-9ACD-46B9B3DD93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90B68-90BC-41A7-8C66-2C86ECFC29D1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CCA34A-B15E-B3A0-DA64-016B125AB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3BB299-6B7D-A576-1EF0-DAB3A6EE9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E94FC-C976-47DB-AF10-00130952DF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2149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6A670-5722-FB23-8E69-2A42B9577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DC0DC9-8E57-C006-75DD-A973A71FBE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610F5A-AA1F-6A06-A353-173552009E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90B68-90BC-41A7-8C66-2C86ECFC29D1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757A4F-6AB3-F0D7-6697-38798986C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BEB094-AAB9-82DB-3BC8-2D6B9EA78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E94FC-C976-47DB-AF10-00130952DF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738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EAF20B-33BB-1731-EF38-117BF387E8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92BFD3-14E2-502E-CE8A-0B59E8EC8B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B921B9-37DA-F843-3AF4-3F73E9CA4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90B68-90BC-41A7-8C66-2C86ECFC29D1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5CAE8-820B-33F6-5A4E-8E2165117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F60487-D3AB-589D-2D5E-61664C034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E94FC-C976-47DB-AF10-00130952DF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7811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934AC8-30C2-B598-28B7-51100FC2A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8484E3-8759-02A1-0325-BA22AA9389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565ADC-EA12-5B3B-E42D-E8619370C6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390B68-90BC-41A7-8C66-2C86ECFC29D1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9A1C0-D26A-47D1-C2C5-74E31FF8FE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A898D-2F74-2260-5CAC-07A25F7909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7E94FC-C976-47DB-AF10-00130952DF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122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B98ED2-08AC-424F-36D5-5E2AB797FA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6865" y="818984"/>
            <a:ext cx="6596245" cy="3268520"/>
          </a:xfrm>
        </p:spPr>
        <p:txBody>
          <a:bodyPr>
            <a:normAutofit/>
          </a:bodyPr>
          <a:lstStyle/>
          <a:p>
            <a:pPr algn="r"/>
            <a:r>
              <a:rPr lang="en-US" sz="4800" b="1" dirty="0">
                <a:solidFill>
                  <a:srgbClr val="FFFFFF"/>
                </a:solidFill>
              </a:rPr>
              <a:t>MSDS670_X40_Data Visualization</a:t>
            </a:r>
            <a:br>
              <a:rPr lang="en-US" sz="4800" b="1" dirty="0">
                <a:solidFill>
                  <a:srgbClr val="FFFFFF"/>
                </a:solidFill>
              </a:rPr>
            </a:br>
            <a:r>
              <a:rPr lang="en-US" sz="4800" b="1" dirty="0">
                <a:solidFill>
                  <a:srgbClr val="FFFFFF"/>
                </a:solidFill>
              </a:rPr>
              <a:t>Regis University</a:t>
            </a:r>
            <a:endParaRPr lang="en-US" sz="4800" dirty="0">
              <a:solidFill>
                <a:srgbClr val="FFFFFF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CBC2B6-3355-C804-7288-D09406F35C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1874" y="4797188"/>
            <a:ext cx="6051236" cy="1241828"/>
          </a:xfrm>
        </p:spPr>
        <p:txBody>
          <a:bodyPr>
            <a:normAutofit/>
          </a:bodyPr>
          <a:lstStyle/>
          <a:p>
            <a:pPr algn="r"/>
            <a:r>
              <a:rPr lang="en-US" dirty="0">
                <a:solidFill>
                  <a:srgbClr val="FFFFFF"/>
                </a:solidFill>
              </a:rPr>
              <a:t>Week 6 Assignment</a:t>
            </a:r>
          </a:p>
          <a:p>
            <a:pPr algn="r"/>
            <a:r>
              <a:rPr lang="en-US" dirty="0">
                <a:solidFill>
                  <a:srgbClr val="FFFFFF"/>
                </a:solidFill>
              </a:rPr>
              <a:t>Ilse Severance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98682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F97A5-6CA1-2345-8988-8650BAF10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99C98F-EAA4-77BC-2104-7E917C8976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1163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99AF5-117A-A0CB-E752-4A4F1C625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7026" y="168481"/>
            <a:ext cx="10515600" cy="657430"/>
          </a:xfrm>
        </p:spPr>
        <p:txBody>
          <a:bodyPr>
            <a:normAutofit fontScale="90000"/>
          </a:bodyPr>
          <a:lstStyle/>
          <a:p>
            <a:r>
              <a:rPr lang="en-US" dirty="0"/>
              <a:t>Average Monthly Game Spending by Addiction Risk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8A4C73-E3FD-0E2D-FBA4-CF19607F7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429" y="4837470"/>
            <a:ext cx="11412794" cy="1852049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5F1542-D7A6-6E42-BF29-CE9543630C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8180" y="825911"/>
            <a:ext cx="5915640" cy="3669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94650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06D2E-51CD-0B6C-2666-041463C96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116" y="173278"/>
            <a:ext cx="10891684" cy="1325563"/>
          </a:xfrm>
        </p:spPr>
        <p:txBody>
          <a:bodyPr/>
          <a:lstStyle/>
          <a:p>
            <a:r>
              <a:rPr lang="en-US" dirty="0"/>
              <a:t>Monthly Game Spending by Gaming Platform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AA2CB7-DB66-7EA2-FB2C-904784C740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7548" y="1825625"/>
            <a:ext cx="4176252" cy="4351338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F4F8EE-14F6-C68B-57EE-BEC0438D60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73" y="1667669"/>
            <a:ext cx="6886575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1257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11975-54EB-59E2-5BD0-DDAA9CC60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Monthly Game Spending by Mood State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E4CCA0-9FFE-FA6D-8CF4-1EF29B192C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5702" y="1825625"/>
            <a:ext cx="4068097" cy="4351338"/>
          </a:xfrm>
        </p:spPr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7C72F77-AE52-817B-943E-C702136B97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263" y="1897626"/>
            <a:ext cx="6831136" cy="3994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4773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3EE1D-E425-3A7D-3A2C-91397C576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5179"/>
            <a:ext cx="10515600" cy="1071716"/>
          </a:xfrm>
        </p:spPr>
        <p:txBody>
          <a:bodyPr>
            <a:normAutofit fontScale="90000"/>
          </a:bodyPr>
          <a:lstStyle/>
          <a:p>
            <a:r>
              <a:rPr lang="en-US" dirty="0"/>
              <a:t>Monthly Game Spending vs Weekly Social Interaction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64EBF-8B38-6EFA-2749-2FD6F41CD8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1174" y="1825625"/>
            <a:ext cx="3802626" cy="4351338"/>
          </a:xfrm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24565C-1BB5-27F8-B8D1-6090677D1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250" y="1957130"/>
            <a:ext cx="618775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0036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FC7F0-F9E8-FF4F-531C-5E86C4139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9251"/>
            <a:ext cx="10515600" cy="883572"/>
          </a:xfrm>
        </p:spPr>
        <p:txBody>
          <a:bodyPr/>
          <a:lstStyle/>
          <a:p>
            <a:r>
              <a:rPr lang="en-US" dirty="0"/>
              <a:t>Monthly Game Spending vs Social Isolation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0069A-76D7-22D9-5E2B-1F064096DF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23588" y="1297601"/>
            <a:ext cx="4530212" cy="4879362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1B82CE-D8B1-F473-0154-228EF07D6C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250" y="1297601"/>
            <a:ext cx="6270523" cy="4409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1159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D6AF4-8761-08FE-35AE-2528C342E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44243"/>
          </a:xfrm>
        </p:spPr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7C8D3E-8E53-0A00-E368-9482D92859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5845"/>
            <a:ext cx="10515600" cy="476111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00143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4722</TotalTime>
  <Words>48</Words>
  <Application>Microsoft Office PowerPoint</Application>
  <PresentationFormat>Widescreen</PresentationFormat>
  <Paragraphs>10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MSDS670_X40_Data Visualization Regis University</vt:lpstr>
      <vt:lpstr>Overview</vt:lpstr>
      <vt:lpstr>Average Monthly Game Spending by Addiction Risk</vt:lpstr>
      <vt:lpstr>Monthly Game Spending by Gaming Platform</vt:lpstr>
      <vt:lpstr>Monthly Game Spending by Mood State </vt:lpstr>
      <vt:lpstr>Monthly Game Spending vs Weekly Social Interaction</vt:lpstr>
      <vt:lpstr>Monthly Game Spending vs Social Isolation</vt:lpstr>
      <vt:lpstr>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Nathan Severance</dc:creator>
  <cp:lastModifiedBy>Nathan Severance</cp:lastModifiedBy>
  <cp:revision>4</cp:revision>
  <dcterms:created xsi:type="dcterms:W3CDTF">2026-01-16T22:09:56Z</dcterms:created>
  <dcterms:modified xsi:type="dcterms:W3CDTF">2026-02-14T22:39:04Z</dcterms:modified>
</cp:coreProperties>
</file>